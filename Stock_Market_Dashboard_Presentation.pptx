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6" r:id="rId8"/>
    <p:sldId id="260" r:id="rId9"/>
    <p:sldId id="261" r:id="rId10"/>
    <p:sldId id="267" r:id="rId11"/>
    <p:sldId id="262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211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6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7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8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9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3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55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2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19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19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Stock Market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Real-Time Performance Analysis of AAPL, MSFT, GOOG &amp; NFLX</a:t>
            </a:r>
          </a:p>
          <a:p>
            <a:r>
              <a:rPr dirty="0"/>
              <a:t>Tool: Tableau | Domain: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market data is highly volatile and complex.</a:t>
            </a:r>
          </a:p>
          <a:p>
            <a:r>
              <a:t>Investors need clear insights into price trends, volume, and volatility.</a:t>
            </a:r>
          </a:p>
          <a:p>
            <a:r>
              <a:t>This project transforms raw stock data into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F39430-CFFB-DB70-287E-409A8067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722"/>
            <a:ext cx="9144000" cy="512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2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stock price data (Feb–May 2023).</a:t>
            </a:r>
          </a:p>
          <a:p>
            <a:r>
              <a:t>Companies: Apple, Microsoft, Google, Netflix.</a:t>
            </a:r>
          </a:p>
          <a:p>
            <a:r>
              <a:t>Key fields: Open, Close, High, Low, Volume, Date.</a:t>
            </a:r>
          </a:p>
          <a:p>
            <a:r>
              <a:t>Used Excel &amp; SQL for preprocessing before Tableau.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Value by Stock.</a:t>
            </a:r>
          </a:p>
          <a:p>
            <a:r>
              <a:t>Latest Close Price.</a:t>
            </a:r>
          </a:p>
          <a:p>
            <a:r>
              <a:t>Average Daily Change.</a:t>
            </a:r>
          </a:p>
          <a:p>
            <a:r>
              <a:t>Average Volatility.</a:t>
            </a:r>
          </a:p>
          <a:p>
            <a:r>
              <a:t>Total Trading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B45B59-B027-5860-52B2-902E8B0B4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601D54-CF2B-2F96-733C-8C4B9AF2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9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Price Trends (Line Chart).</a:t>
            </a:r>
          </a:p>
          <a:p>
            <a:r>
              <a:t>Daily Price Range &amp; Volatility Analysis.</a:t>
            </a:r>
          </a:p>
          <a:p>
            <a:r>
              <a:t>Trading Volume Comparison.</a:t>
            </a:r>
          </a:p>
          <a:p>
            <a:r>
              <a:t>Avg Daily Change (Pie Chart).</a:t>
            </a:r>
          </a:p>
          <a:p>
            <a:r>
              <a:t>Stock Summary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&amp;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Stock-wise filters (AAPL, MSFT, GOOG, NFLX).</a:t>
            </a:r>
          </a:p>
          <a:p>
            <a:r>
              <a:t>Dynamic KPIs updating with filters.</a:t>
            </a:r>
          </a:p>
          <a:p>
            <a:r>
              <a:t>Comparative analysis across multiple stocks.</a:t>
            </a:r>
          </a:p>
          <a:p>
            <a:r>
              <a:t>User-friendly and responsive dashboard layout.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255E8-1454-3816-B94D-D47785D7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292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7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NFLX shows higher volatility compared to other stocks.</a:t>
            </a:r>
          </a:p>
          <a:p>
            <a:r>
              <a:t>AAPL and MSFT demonstrate relatively stable price movement.</a:t>
            </a:r>
          </a:p>
          <a:p>
            <a:r>
              <a:t>GOOG shows consistent trading volume trends.</a:t>
            </a:r>
          </a:p>
          <a:p>
            <a:r>
              <a:t>Volatility spikes align with major market movements.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a clear view of stock performance.</a:t>
            </a:r>
          </a:p>
          <a:p>
            <a:r>
              <a:t>Helps investors understand trends and risks.</a:t>
            </a:r>
          </a:p>
          <a:p>
            <a:r>
              <a:t>Future scope: live API integration &amp; predictive forecasting.</a:t>
            </a:r>
          </a:p>
          <a:p>
            <a:r>
              <a:t>Can be extended to more stocks and longer time periods.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BA5A6-F030-CAB5-E5FA-E4955896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491"/>
            <a:ext cx="9144000" cy="437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8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</TotalTime>
  <Words>273</Words>
  <Application>Microsoft Office PowerPoint</Application>
  <PresentationFormat>On-screen Show (4:3)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Tw Cen MT Condensed</vt:lpstr>
      <vt:lpstr>Wingdings 3</vt:lpstr>
      <vt:lpstr>Integral</vt:lpstr>
      <vt:lpstr>Stock Market Analysis Dashboard</vt:lpstr>
      <vt:lpstr>Business Problem Statement</vt:lpstr>
      <vt:lpstr>PowerPoint Presentation</vt:lpstr>
      <vt:lpstr>Dataset Overview</vt:lpstr>
      <vt:lpstr>Key Performance Indicators (KPIs)</vt:lpstr>
      <vt:lpstr>PowerPoint Presentation</vt:lpstr>
      <vt:lpstr>PowerPoint Presentation</vt:lpstr>
      <vt:lpstr>Dashboard Visualizations</vt:lpstr>
      <vt:lpstr>Interactivity &amp; Advanced Features</vt:lpstr>
      <vt:lpstr>PowerPoint Presentation</vt:lpstr>
      <vt:lpstr>Key Insights &amp; Findings</vt:lpstr>
      <vt:lpstr>Conclusion &amp; 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SUBHADIP MANDAL</dc:creator>
  <cp:keywords/>
  <dc:description>generated using python-pptx</dc:description>
  <cp:lastModifiedBy>subhadipmandal12@gmail.com</cp:lastModifiedBy>
  <cp:revision>2</cp:revision>
  <dcterms:created xsi:type="dcterms:W3CDTF">2013-01-27T09:14:16Z</dcterms:created>
  <dcterms:modified xsi:type="dcterms:W3CDTF">2026-02-11T21:00:58Z</dcterms:modified>
  <cp:category/>
</cp:coreProperties>
</file>